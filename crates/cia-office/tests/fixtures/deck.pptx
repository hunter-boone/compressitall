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png" ContentType="image/png"/>
  <Default Extension="mp4" ContentType="video/mp4"/>
  <Override PartName="/ppt/presentation.xml" ContentType="application/vnd.openxmlformats-officedocument.presentationml.presentation.main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/>
</file>

<file path=ppt/_rels/presentation.xml.rels><?xml version="1.0" encoding="UTF-8"?><Relationships xmlns="http://schemas.openxmlformats.org/package/2006/relationships"><Relationship Id="rId10" Type="http://schemas.openxmlformats.org/officeDocument/2006/relationships/image" Target="media/image0.jpeg"/><Relationship Id="rId11" Type="http://schemas.openxmlformats.org/officeDocument/2006/relationships/image" Target="media/image1.jpeg"/><Relationship Id="rId12" Type="http://schemas.openxmlformats.org/officeDocument/2006/relationships/image" Target="media/image2.jpeg"/><Relationship Id="rId13" Type="http://schemas.openxmlformats.org/officeDocument/2006/relationships/image" Target="media/image3.jpeg"/><Relationship Id="rId14" Type="http://schemas.openxmlformats.org/officeDocument/2006/relationships/image" Target="media/image4.jpeg"/><Relationship Id="rId15" Type="http://schemas.openxmlformats.org/officeDocument/2006/relationships/image" Target="media/image5.jpeg"/><Relationship Id="rId16" Type="http://schemas.openxmlformats.org/officeDocument/2006/relationships/image" Target="media/image6.jpeg"/><Relationship Id="rId17" Type="http://schemas.openxmlformats.org/officeDocument/2006/relationships/image" Target="media/image7.jpeg"/><Relationship Id="rId18" Type="http://schemas.openxmlformats.org/officeDocument/2006/relationships/image" Target="media/image8.jpeg"/><Relationship Id="rId19" Type="http://schemas.openxmlformats.org/officeDocument/2006/relationships/image" Target="media/image9.jpeg"/><Relationship Id="rId20" Type="http://schemas.openxmlformats.org/officeDocument/2006/relationships/image" Target="media/media1.mp4"/></Relationships>
</file>